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647"/>
  </p:normalViewPr>
  <p:slideViewPr>
    <p:cSldViewPr snapToGrid="0">
      <p:cViewPr>
        <p:scale>
          <a:sx n="100" d="100"/>
          <a:sy n="100" d="100"/>
        </p:scale>
        <p:origin x="6773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eb83926c8b686df/Database/Mode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5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50" b="1"/>
              <a:t>Consumer Price Index Growth YoY%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4800660510656505E-2"/>
          <c:y val="9.02384852913828E-2"/>
          <c:w val="0.95053787414991209"/>
          <c:h val="0.71561001916637423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5"/>
              <c:layout>
                <c:manualLayout>
                  <c:x val="-1.793561115595018E-2"/>
                  <c:y val="2.812796852502470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FE4-4D86-9A21-345D4FB52A21}"/>
                </c:ext>
              </c:extLst>
            </c:dLbl>
            <c:dLbl>
              <c:idx val="43"/>
              <c:layout>
                <c:manualLayout>
                  <c:x val="-2.2419513944937713E-2"/>
                  <c:y val="-1.968957796751730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FE4-4D86-9A21-345D4FB52A21}"/>
                </c:ext>
              </c:extLst>
            </c:dLbl>
            <c:dLbl>
              <c:idx val="111"/>
              <c:layout>
                <c:manualLayout>
                  <c:x val="-1.3451708366962769E-2"/>
                  <c:y val="2.474547128648522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FE4-4D86-9A21-345D4FB52A21}"/>
                </c:ext>
              </c:extLst>
            </c:dLbl>
            <c:dLbl>
              <c:idx val="11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FE4-4D86-9A21-345D4FB52A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Sheet1!$A$62:$A$181</c:f>
              <c:numCache>
                <c:formatCode>mmm\-yyyy</c:formatCode>
                <c:ptCount val="120"/>
                <c:pt idx="0">
                  <c:v>42766</c:v>
                </c:pt>
                <c:pt idx="1">
                  <c:v>42794</c:v>
                </c:pt>
                <c:pt idx="2">
                  <c:v>42825</c:v>
                </c:pt>
                <c:pt idx="3">
                  <c:v>42855</c:v>
                </c:pt>
                <c:pt idx="4">
                  <c:v>42886</c:v>
                </c:pt>
                <c:pt idx="5">
                  <c:v>42916</c:v>
                </c:pt>
                <c:pt idx="6">
                  <c:v>42947</c:v>
                </c:pt>
                <c:pt idx="7">
                  <c:v>42978</c:v>
                </c:pt>
                <c:pt idx="8">
                  <c:v>43008</c:v>
                </c:pt>
                <c:pt idx="9">
                  <c:v>43039</c:v>
                </c:pt>
                <c:pt idx="10">
                  <c:v>43069</c:v>
                </c:pt>
                <c:pt idx="11">
                  <c:v>43100</c:v>
                </c:pt>
                <c:pt idx="12">
                  <c:v>43131</c:v>
                </c:pt>
                <c:pt idx="13">
                  <c:v>43159</c:v>
                </c:pt>
                <c:pt idx="14">
                  <c:v>43190</c:v>
                </c:pt>
                <c:pt idx="15">
                  <c:v>43220</c:v>
                </c:pt>
                <c:pt idx="16">
                  <c:v>43251</c:v>
                </c:pt>
                <c:pt idx="17">
                  <c:v>43281</c:v>
                </c:pt>
                <c:pt idx="18">
                  <c:v>43312</c:v>
                </c:pt>
                <c:pt idx="19">
                  <c:v>43343</c:v>
                </c:pt>
                <c:pt idx="20">
                  <c:v>43373</c:v>
                </c:pt>
                <c:pt idx="21">
                  <c:v>43404</c:v>
                </c:pt>
                <c:pt idx="22">
                  <c:v>43434</c:v>
                </c:pt>
                <c:pt idx="23">
                  <c:v>43465</c:v>
                </c:pt>
                <c:pt idx="24">
                  <c:v>43496</c:v>
                </c:pt>
                <c:pt idx="25">
                  <c:v>43524</c:v>
                </c:pt>
                <c:pt idx="26">
                  <c:v>43555</c:v>
                </c:pt>
                <c:pt idx="27">
                  <c:v>43585</c:v>
                </c:pt>
                <c:pt idx="28">
                  <c:v>43616</c:v>
                </c:pt>
                <c:pt idx="29">
                  <c:v>43646</c:v>
                </c:pt>
                <c:pt idx="30">
                  <c:v>43677</c:v>
                </c:pt>
                <c:pt idx="31">
                  <c:v>43708</c:v>
                </c:pt>
                <c:pt idx="32">
                  <c:v>43738</c:v>
                </c:pt>
                <c:pt idx="33">
                  <c:v>43769</c:v>
                </c:pt>
                <c:pt idx="34">
                  <c:v>43799</c:v>
                </c:pt>
                <c:pt idx="35">
                  <c:v>43830</c:v>
                </c:pt>
                <c:pt idx="36">
                  <c:v>43861</c:v>
                </c:pt>
                <c:pt idx="37">
                  <c:v>43890</c:v>
                </c:pt>
                <c:pt idx="38">
                  <c:v>43921</c:v>
                </c:pt>
                <c:pt idx="39">
                  <c:v>43951</c:v>
                </c:pt>
                <c:pt idx="40">
                  <c:v>43982</c:v>
                </c:pt>
                <c:pt idx="41">
                  <c:v>44012</c:v>
                </c:pt>
                <c:pt idx="42">
                  <c:v>44043</c:v>
                </c:pt>
                <c:pt idx="43">
                  <c:v>44074</c:v>
                </c:pt>
                <c:pt idx="44">
                  <c:v>44104</c:v>
                </c:pt>
                <c:pt idx="45">
                  <c:v>44135</c:v>
                </c:pt>
                <c:pt idx="46">
                  <c:v>44165</c:v>
                </c:pt>
                <c:pt idx="47">
                  <c:v>44196</c:v>
                </c:pt>
                <c:pt idx="48">
                  <c:v>44227</c:v>
                </c:pt>
                <c:pt idx="49">
                  <c:v>44255</c:v>
                </c:pt>
                <c:pt idx="50">
                  <c:v>44286</c:v>
                </c:pt>
                <c:pt idx="51">
                  <c:v>44316</c:v>
                </c:pt>
                <c:pt idx="52">
                  <c:v>44347</c:v>
                </c:pt>
                <c:pt idx="53">
                  <c:v>44377</c:v>
                </c:pt>
                <c:pt idx="54">
                  <c:v>44408</c:v>
                </c:pt>
                <c:pt idx="55">
                  <c:v>44439</c:v>
                </c:pt>
                <c:pt idx="56">
                  <c:v>44469</c:v>
                </c:pt>
                <c:pt idx="57">
                  <c:v>44500</c:v>
                </c:pt>
                <c:pt idx="58">
                  <c:v>44530</c:v>
                </c:pt>
                <c:pt idx="59">
                  <c:v>44561</c:v>
                </c:pt>
                <c:pt idx="60">
                  <c:v>44592</c:v>
                </c:pt>
                <c:pt idx="61">
                  <c:v>44620</c:v>
                </c:pt>
                <c:pt idx="62">
                  <c:v>44651</c:v>
                </c:pt>
                <c:pt idx="63">
                  <c:v>44681</c:v>
                </c:pt>
                <c:pt idx="64">
                  <c:v>44712</c:v>
                </c:pt>
                <c:pt idx="65">
                  <c:v>44742</c:v>
                </c:pt>
                <c:pt idx="66">
                  <c:v>44773</c:v>
                </c:pt>
                <c:pt idx="67">
                  <c:v>44804</c:v>
                </c:pt>
                <c:pt idx="68">
                  <c:v>44834</c:v>
                </c:pt>
                <c:pt idx="69">
                  <c:v>44865</c:v>
                </c:pt>
                <c:pt idx="70">
                  <c:v>44895</c:v>
                </c:pt>
                <c:pt idx="71">
                  <c:v>44926</c:v>
                </c:pt>
                <c:pt idx="72">
                  <c:v>44957</c:v>
                </c:pt>
                <c:pt idx="73">
                  <c:v>44985</c:v>
                </c:pt>
                <c:pt idx="74">
                  <c:v>45016</c:v>
                </c:pt>
                <c:pt idx="75">
                  <c:v>45046</c:v>
                </c:pt>
                <c:pt idx="76">
                  <c:v>45077</c:v>
                </c:pt>
                <c:pt idx="77">
                  <c:v>45107</c:v>
                </c:pt>
                <c:pt idx="78">
                  <c:v>45138</c:v>
                </c:pt>
                <c:pt idx="79">
                  <c:v>45169</c:v>
                </c:pt>
                <c:pt idx="80">
                  <c:v>45199</c:v>
                </c:pt>
                <c:pt idx="81">
                  <c:v>45230</c:v>
                </c:pt>
                <c:pt idx="82">
                  <c:v>45260</c:v>
                </c:pt>
                <c:pt idx="83">
                  <c:v>45291</c:v>
                </c:pt>
                <c:pt idx="84">
                  <c:v>45322</c:v>
                </c:pt>
                <c:pt idx="85">
                  <c:v>45351</c:v>
                </c:pt>
                <c:pt idx="86">
                  <c:v>45382</c:v>
                </c:pt>
                <c:pt idx="87">
                  <c:v>45412</c:v>
                </c:pt>
                <c:pt idx="88">
                  <c:v>45443</c:v>
                </c:pt>
                <c:pt idx="89">
                  <c:v>45473</c:v>
                </c:pt>
                <c:pt idx="90">
                  <c:v>45504</c:v>
                </c:pt>
                <c:pt idx="91">
                  <c:v>45535</c:v>
                </c:pt>
                <c:pt idx="92">
                  <c:v>45565</c:v>
                </c:pt>
                <c:pt idx="93">
                  <c:v>45596</c:v>
                </c:pt>
                <c:pt idx="94">
                  <c:v>45626</c:v>
                </c:pt>
                <c:pt idx="95">
                  <c:v>45657</c:v>
                </c:pt>
                <c:pt idx="96">
                  <c:v>45688</c:v>
                </c:pt>
                <c:pt idx="97">
                  <c:v>45716</c:v>
                </c:pt>
                <c:pt idx="98">
                  <c:v>45747</c:v>
                </c:pt>
                <c:pt idx="99">
                  <c:v>45777</c:v>
                </c:pt>
                <c:pt idx="100">
                  <c:v>45808</c:v>
                </c:pt>
                <c:pt idx="101">
                  <c:v>45838</c:v>
                </c:pt>
                <c:pt idx="102">
                  <c:v>45869</c:v>
                </c:pt>
                <c:pt idx="103">
                  <c:v>45900</c:v>
                </c:pt>
                <c:pt idx="104">
                  <c:v>45930</c:v>
                </c:pt>
                <c:pt idx="105">
                  <c:v>45961</c:v>
                </c:pt>
                <c:pt idx="106">
                  <c:v>45991</c:v>
                </c:pt>
                <c:pt idx="107">
                  <c:v>46022</c:v>
                </c:pt>
                <c:pt idx="108">
                  <c:v>46053</c:v>
                </c:pt>
                <c:pt idx="109">
                  <c:v>46081</c:v>
                </c:pt>
                <c:pt idx="110">
                  <c:v>46112</c:v>
                </c:pt>
                <c:pt idx="111">
                  <c:v>46142</c:v>
                </c:pt>
                <c:pt idx="112">
                  <c:v>46173</c:v>
                </c:pt>
                <c:pt idx="113">
                  <c:v>46203</c:v>
                </c:pt>
                <c:pt idx="114">
                  <c:v>46234</c:v>
                </c:pt>
                <c:pt idx="115">
                  <c:v>46265</c:v>
                </c:pt>
                <c:pt idx="116">
                  <c:v>46295</c:v>
                </c:pt>
                <c:pt idx="117">
                  <c:v>46326</c:v>
                </c:pt>
                <c:pt idx="118">
                  <c:v>46356</c:v>
                </c:pt>
                <c:pt idx="119">
                  <c:v>46387</c:v>
                </c:pt>
              </c:numCache>
            </c:numRef>
          </c:cat>
          <c:val>
            <c:numRef>
              <c:f>Sheet1!$C$62:$C$181</c:f>
              <c:numCache>
                <c:formatCode>0.00</c:formatCode>
                <c:ptCount val="120"/>
                <c:pt idx="0">
                  <c:v>-0.56901729444343541</c:v>
                </c:pt>
                <c:pt idx="1">
                  <c:v>-0.56848030710262243</c:v>
                </c:pt>
                <c:pt idx="2">
                  <c:v>-0.66222636267719515</c:v>
                </c:pt>
                <c:pt idx="3">
                  <c:v>-0.66222636267719515</c:v>
                </c:pt>
                <c:pt idx="4">
                  <c:v>-0.75650839302744566</c:v>
                </c:pt>
                <c:pt idx="5">
                  <c:v>-0.47254050851839424</c:v>
                </c:pt>
                <c:pt idx="6">
                  <c:v>-0.75619579004229098</c:v>
                </c:pt>
                <c:pt idx="7">
                  <c:v>-0.75650839302744566</c:v>
                </c:pt>
                <c:pt idx="8">
                  <c:v>-0.75650839302744566</c:v>
                </c:pt>
                <c:pt idx="9">
                  <c:v>-1.2313230480651844</c:v>
                </c:pt>
                <c:pt idx="10">
                  <c:v>-1.7075515381936024</c:v>
                </c:pt>
                <c:pt idx="11">
                  <c:v>-1.1220432736569541</c:v>
                </c:pt>
                <c:pt idx="12">
                  <c:v>2.9744457557975892</c:v>
                </c:pt>
                <c:pt idx="13">
                  <c:v>2.9332015907043174</c:v>
                </c:pt>
                <c:pt idx="14">
                  <c:v>2.7625867254876471</c:v>
                </c:pt>
                <c:pt idx="15">
                  <c:v>2.5716363475867547</c:v>
                </c:pt>
                <c:pt idx="16">
                  <c:v>2.2879469197073945</c:v>
                </c:pt>
                <c:pt idx="17">
                  <c:v>2.0908325860071808</c:v>
                </c:pt>
                <c:pt idx="18">
                  <c:v>2.2361977524513397</c:v>
                </c:pt>
                <c:pt idx="19">
                  <c:v>2.2494893172080039</c:v>
                </c:pt>
                <c:pt idx="20">
                  <c:v>2.0968151375750192</c:v>
                </c:pt>
                <c:pt idx="21">
                  <c:v>2.3966629014644023</c:v>
                </c:pt>
                <c:pt idx="22">
                  <c:v>2.7987727476733464</c:v>
                </c:pt>
                <c:pt idx="23">
                  <c:v>2.1942108266257274</c:v>
                </c:pt>
                <c:pt idx="24">
                  <c:v>-1.935201514047219</c:v>
                </c:pt>
                <c:pt idx="25">
                  <c:v>-2.2019722697047124</c:v>
                </c:pt>
                <c:pt idx="26">
                  <c:v>-2.1319590261345924</c:v>
                </c:pt>
                <c:pt idx="27">
                  <c:v>-1.9497649998537658</c:v>
                </c:pt>
                <c:pt idx="28">
                  <c:v>-1.4915460694611222</c:v>
                </c:pt>
                <c:pt idx="29">
                  <c:v>-1.3962684425633693</c:v>
                </c:pt>
                <c:pt idx="30">
                  <c:v>-1.3492476661730293</c:v>
                </c:pt>
                <c:pt idx="31">
                  <c:v>-1.0817472410331468</c:v>
                </c:pt>
                <c:pt idx="32">
                  <c:v>-0.74661983027272416</c:v>
                </c:pt>
                <c:pt idx="33">
                  <c:v>-0.28105216669591998</c:v>
                </c:pt>
                <c:pt idx="34">
                  <c:v>-9.3574142124418599E-2</c:v>
                </c:pt>
                <c:pt idx="35">
                  <c:v>0.39322286524013683</c:v>
                </c:pt>
                <c:pt idx="36">
                  <c:v>0.49614817608616202</c:v>
                </c:pt>
                <c:pt idx="37">
                  <c:v>1.0427198644530971</c:v>
                </c:pt>
                <c:pt idx="38">
                  <c:v>1.2818771070084056</c:v>
                </c:pt>
                <c:pt idx="39">
                  <c:v>1.1582948042204495</c:v>
                </c:pt>
                <c:pt idx="40">
                  <c:v>0.84741647969395417</c:v>
                </c:pt>
                <c:pt idx="41">
                  <c:v>0.35064462199612306</c:v>
                </c:pt>
                <c:pt idx="42">
                  <c:v>6.1367496407190236</c:v>
                </c:pt>
                <c:pt idx="43">
                  <c:v>6.2819423472303972</c:v>
                </c:pt>
                <c:pt idx="44">
                  <c:v>5.9084808129664967</c:v>
                </c:pt>
                <c:pt idx="45">
                  <c:v>5.7815731351612616</c:v>
                </c:pt>
                <c:pt idx="46">
                  <c:v>5.7780644439020774</c:v>
                </c:pt>
                <c:pt idx="47">
                  <c:v>5.3289287249076294</c:v>
                </c:pt>
                <c:pt idx="48">
                  <c:v>5.7226536494252045</c:v>
                </c:pt>
                <c:pt idx="49">
                  <c:v>5.2486568281100165</c:v>
                </c:pt>
                <c:pt idx="50">
                  <c:v>4.9472540916458252</c:v>
                </c:pt>
                <c:pt idx="51">
                  <c:v>5.2576061354427868</c:v>
                </c:pt>
                <c:pt idx="52">
                  <c:v>5.6761884156224562</c:v>
                </c:pt>
                <c:pt idx="53">
                  <c:v>6.1612541792987852</c:v>
                </c:pt>
                <c:pt idx="54">
                  <c:v>0.43234843909976522</c:v>
                </c:pt>
                <c:pt idx="55">
                  <c:v>0.26827977543899983</c:v>
                </c:pt>
                <c:pt idx="56">
                  <c:v>0.63439735145979892</c:v>
                </c:pt>
                <c:pt idx="57">
                  <c:v>0.81615190335146848</c:v>
                </c:pt>
                <c:pt idx="58">
                  <c:v>1.1257993629866347</c:v>
                </c:pt>
                <c:pt idx="59">
                  <c:v>1.2423830580479447</c:v>
                </c:pt>
                <c:pt idx="60">
                  <c:v>1.1732327640145674</c:v>
                </c:pt>
                <c:pt idx="61">
                  <c:v>1.6169182071390091</c:v>
                </c:pt>
                <c:pt idx="62">
                  <c:v>2.044157768824451</c:v>
                </c:pt>
                <c:pt idx="63">
                  <c:v>2.3001849328174564</c:v>
                </c:pt>
                <c:pt idx="64">
                  <c:v>2.2380436402760751</c:v>
                </c:pt>
                <c:pt idx="65">
                  <c:v>2.3113707541511381</c:v>
                </c:pt>
                <c:pt idx="66">
                  <c:v>2.6722027041413821</c:v>
                </c:pt>
                <c:pt idx="67">
                  <c:v>2.9956724816810159</c:v>
                </c:pt>
                <c:pt idx="68">
                  <c:v>3.0660984087692338</c:v>
                </c:pt>
                <c:pt idx="69">
                  <c:v>3.0114960922594634</c:v>
                </c:pt>
                <c:pt idx="70">
                  <c:v>2.9280527897424746</c:v>
                </c:pt>
                <c:pt idx="71">
                  <c:v>3.3036640407393572</c:v>
                </c:pt>
                <c:pt idx="72">
                  <c:v>3.354901953147015</c:v>
                </c:pt>
                <c:pt idx="73">
                  <c:v>2.9559625129520621</c:v>
                </c:pt>
                <c:pt idx="74">
                  <c:v>2.7396595604387617</c:v>
                </c:pt>
                <c:pt idx="75">
                  <c:v>2.7002177983372162</c:v>
                </c:pt>
                <c:pt idx="76">
                  <c:v>2.7721140176158112</c:v>
                </c:pt>
                <c:pt idx="77">
                  <c:v>2.7370952013066101</c:v>
                </c:pt>
                <c:pt idx="78">
                  <c:v>2.3142534889157078</c:v>
                </c:pt>
                <c:pt idx="79">
                  <c:v>1.951935566710628</c:v>
                </c:pt>
                <c:pt idx="80">
                  <c:v>1.6865764163008772</c:v>
                </c:pt>
                <c:pt idx="81">
                  <c:v>1.6183993620199484</c:v>
                </c:pt>
                <c:pt idx="82">
                  <c:v>1.6720183099912675</c:v>
                </c:pt>
                <c:pt idx="83">
                  <c:v>1.4919316026352349</c:v>
                </c:pt>
                <c:pt idx="84">
                  <c:v>1.5544510083708072</c:v>
                </c:pt>
                <c:pt idx="85">
                  <c:v>1.8128413133494088</c:v>
                </c:pt>
                <c:pt idx="86">
                  <c:v>1.6463308451206027</c:v>
                </c:pt>
                <c:pt idx="87">
                  <c:v>1.584769928233595</c:v>
                </c:pt>
                <c:pt idx="88">
                  <c:v>1.554655953420812</c:v>
                </c:pt>
                <c:pt idx="89">
                  <c:v>1.4966607087942212</c:v>
                </c:pt>
                <c:pt idx="90">
                  <c:v>1.5312703535618395</c:v>
                </c:pt>
                <c:pt idx="91">
                  <c:v>1.5768203625363364</c:v>
                </c:pt>
                <c:pt idx="92">
                  <c:v>1.6955743199720084</c:v>
                </c:pt>
                <c:pt idx="93">
                  <c:v>1.8840064325910639</c:v>
                </c:pt>
                <c:pt idx="94">
                  <c:v>1.981200169437402</c:v>
                </c:pt>
                <c:pt idx="95">
                  <c:v>1.9337959647946517</c:v>
                </c:pt>
                <c:pt idx="96">
                  <c:v>1.9733762970372433</c:v>
                </c:pt>
                <c:pt idx="97">
                  <c:v>1.9618951331094023</c:v>
                </c:pt>
                <c:pt idx="98">
                  <c:v>2.3248681505481015</c:v>
                </c:pt>
                <c:pt idx="99">
                  <c:v>2.3183173651899707</c:v>
                </c:pt>
                <c:pt idx="100">
                  <c:v>2.2237339709184498</c:v>
                </c:pt>
                <c:pt idx="101">
                  <c:v>2.2660922336102294</c:v>
                </c:pt>
                <c:pt idx="102">
                  <c:v>2.1372293566598426</c:v>
                </c:pt>
                <c:pt idx="103">
                  <c:v>2.2055392047741114</c:v>
                </c:pt>
                <c:pt idx="104">
                  <c:v>2.0141314070487928</c:v>
                </c:pt>
                <c:pt idx="105">
                  <c:v>1.9813933934822552</c:v>
                </c:pt>
                <c:pt idx="106">
                  <c:v>1.7717739312323926</c:v>
                </c:pt>
                <c:pt idx="107">
                  <c:v>1.8404809262154653</c:v>
                </c:pt>
                <c:pt idx="108">
                  <c:v>1.691836438382921</c:v>
                </c:pt>
                <c:pt idx="109">
                  <c:v>1.5558321202529535</c:v>
                </c:pt>
                <c:pt idx="110">
                  <c:v>1.7930929331944523</c:v>
                </c:pt>
                <c:pt idx="111" formatCode="General">
                  <c:v>2.04</c:v>
                </c:pt>
                <c:pt idx="112" formatCode="General">
                  <c:v>2.97</c:v>
                </c:pt>
                <c:pt idx="113" formatCode="General">
                  <c:v>2.75</c:v>
                </c:pt>
                <c:pt idx="114" formatCode="General">
                  <c:v>2.64</c:v>
                </c:pt>
                <c:pt idx="115" formatCode="General">
                  <c:v>2.6</c:v>
                </c:pt>
                <c:pt idx="116" formatCode="General">
                  <c:v>2.78</c:v>
                </c:pt>
                <c:pt idx="117" formatCode="General">
                  <c:v>2.71</c:v>
                </c:pt>
                <c:pt idx="118" formatCode="General">
                  <c:v>2.84</c:v>
                </c:pt>
                <c:pt idx="119" formatCode="General">
                  <c:v>2.88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FE4-4D86-9A21-345D4FB52A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62093216"/>
        <c:axId val="562093696"/>
      </c:lineChart>
      <c:dateAx>
        <c:axId val="562093216"/>
        <c:scaling>
          <c:orientation val="minMax"/>
        </c:scaling>
        <c:delete val="0"/>
        <c:axPos val="b"/>
        <c:numFmt formatCode="mmm\-yyyy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2093696"/>
        <c:crosses val="autoZero"/>
        <c:auto val="1"/>
        <c:lblOffset val="100"/>
        <c:baseTimeUnit val="months"/>
      </c:dateAx>
      <c:valAx>
        <c:axId val="562093696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20932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317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FEFA1-F84B-1B5F-5A65-77A3B3D3E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7BD4ED-749E-1F0D-41A4-BF3F03FD71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FF91A-43A8-91FD-9891-6C95B62BD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AE6E-7D3D-864D-9E38-C71F3F06BB9E}" type="datetimeFigureOut">
              <a:rPr lang="en-SA" smtClean="0"/>
              <a:t>05/15/2026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67DE3-4A1D-D1F8-A788-91D365450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1B431-5403-11C8-3CBC-2809C41A2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31962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4B6E1-940F-F960-CE80-AA8A439A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5D6A1-1F38-D676-5F84-67D9917C7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039E7-50CB-D8E4-5CF0-6367C0692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AE6E-7D3D-864D-9E38-C71F3F06BB9E}" type="datetimeFigureOut">
              <a:rPr lang="en-SA" smtClean="0"/>
              <a:t>05/15/2026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ACED8-BD0F-E282-1672-B19D66410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47825-EBD2-800E-C1EF-52F436BFE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277211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678EB-16D8-0E95-0E32-85A0F024C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3683E-24B4-0968-1AE8-8DC3027AF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11696-32AD-E6EE-A9C0-BCED4650E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AE6E-7D3D-864D-9E38-C71F3F06BB9E}" type="datetimeFigureOut">
              <a:rPr lang="en-SA" smtClean="0"/>
              <a:t>05/15/2026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7C273-5A57-E530-077D-FAB57273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E16A7-624F-135F-72DB-E9A81D220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582680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C5BFB-1053-293A-517D-15D97A04F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F2644-6156-2FE3-5791-888BA60DEE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80B31-B1CA-33BE-177D-255A133A9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F10AB-A17A-C6D5-511B-B13D580F7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AE6E-7D3D-864D-9E38-C71F3F06BB9E}" type="datetimeFigureOut">
              <a:rPr lang="en-SA" smtClean="0"/>
              <a:t>05/15/2026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DA9D6-A833-FF47-8075-5945D881F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91812-5F8D-19E7-BD10-B11E2FF0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079586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262F4-4CF8-DDD8-E32D-07FA44076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F30C6-0FEF-4449-6BD8-CDB764ABF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5DA62-1943-058C-4C39-043CA864C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E8E532-828A-8B72-50FF-E5FB56D20E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7B179F-54F4-38D6-3C7F-3B05D1ECD1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D0E01A-65A0-22B6-B75F-5DDC0C5DB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AE6E-7D3D-864D-9E38-C71F3F06BB9E}" type="datetimeFigureOut">
              <a:rPr lang="en-SA" smtClean="0"/>
              <a:t>05/15/2026</a:t>
            </a:fld>
            <a:endParaRPr lang="en-S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C364DF-CF92-C3C0-913E-B008DFB81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E960FC-B05B-4820-2282-077D5F715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043514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C6D95-69D9-D9F6-5D56-109863964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5F1110-2B8F-09EF-A832-81A194B5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AE6E-7D3D-864D-9E38-C71F3F06BB9E}" type="datetimeFigureOut">
              <a:rPr lang="en-SA" smtClean="0"/>
              <a:t>05/15/2026</a:t>
            </a:fld>
            <a:endParaRPr lang="en-S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C12BCD-479D-D485-CEAE-05F11992F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F6A68-8DE9-4F36-16A8-3CDEE1E1B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130909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098C30-D8D6-7A5F-C2CB-AC9A1729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AE6E-7D3D-864D-9E38-C71F3F06BB9E}" type="datetimeFigureOut">
              <a:rPr lang="en-SA" smtClean="0"/>
              <a:t>05/15/2026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24DECE-787D-D4AB-9B3D-0311F874E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42533-E98C-5A53-D121-775B8BD83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53563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21BBE-D020-1632-E3E7-4507D487C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7CBE8-167A-EB21-CD08-6694D245C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5C2C8-75B5-BA00-8299-E40EC5286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56FB0-7BA3-6D07-DBF9-211600F68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AE6E-7D3D-864D-9E38-C71F3F06BB9E}" type="datetimeFigureOut">
              <a:rPr lang="en-SA" smtClean="0"/>
              <a:t>05/15/2026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1A1B5-CD3A-1DFF-BB08-17E9D6B50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3F0BC-FA3E-3562-A2AA-64F43854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045771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7176-41A8-1144-FD01-C94FE3DC7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EA2D55-CC4B-1C8D-511E-6F356EAA60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ACA02-FD5D-654A-81BD-EEC9ACFC3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D4A05-186A-4E13-80BD-ADB3B5CA7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AE6E-7D3D-864D-9E38-C71F3F06BB9E}" type="datetimeFigureOut">
              <a:rPr lang="en-SA" smtClean="0"/>
              <a:t>05/15/2026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44230-36F6-188F-454B-38B19ACEF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6D661-9C61-0F1E-A044-4AC658D61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48302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922F1-DC5A-8777-F8E7-FFF38C6A3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B2A89-9575-B4FA-A0C0-8F9C4D9BB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CD599-8A69-7BAC-BFE8-CDDF8C08A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AE6E-7D3D-864D-9E38-C71F3F06BB9E}" type="datetimeFigureOut">
              <a:rPr lang="en-SA" smtClean="0"/>
              <a:t>05/15/2026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381C9-7249-7771-AB6D-F7A6B0DB6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26074-2907-1923-96D2-1CA219B7F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94506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D9EC84-031F-CD89-751D-3A02153BDF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C896EE-0A5A-5F01-40F9-252E06C3C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47DAF-BA63-3978-4AC4-F1AB1239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AE6E-7D3D-864D-9E38-C71F3F06BB9E}" type="datetimeFigureOut">
              <a:rPr lang="en-SA" smtClean="0"/>
              <a:t>05/15/2026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099CF-B3A8-6F8E-75C5-2F5EA4A3E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3C8FB-6636-492A-4E1F-5D718034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172654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F99965-42C8-631E-B3D6-D39A9A5BB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68F43-532C-64FA-DFC0-C459DC2E1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8AC32-32B5-02DF-22D8-32B9DE7324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0AAE6E-7D3D-864D-9E38-C71F3F06BB9E}" type="datetimeFigureOut">
              <a:rPr lang="en-SA" smtClean="0"/>
              <a:t>05/15/2026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D53E4-FC75-4C40-48BC-70F5AFE14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C0D2E-A546-D164-FC1E-DC33FCAA5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038214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C47034-EDAE-A153-74EE-8D89A584C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EE8F8A-AC45-9290-C043-984A5157C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F15672-9C48-369A-B42B-993C3C9C1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C218A7-CC8F-3634-C0BB-0FD6190F9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719376-4ABB-9391-1BC1-09A68636E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11D02-FF50-A0EB-F0D8-FB276BC47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747" y="207554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Inflation Forecasts, from Apr-2026 to Dec-2026</a:t>
            </a:r>
            <a:endParaRPr lang="en-US" sz="2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F65C7-472D-221A-1BE7-36B93A612B75}"/>
              </a:ext>
            </a:extLst>
          </p:cNvPr>
          <p:cNvSpPr txBox="1"/>
          <p:nvPr/>
        </p:nvSpPr>
        <p:spPr>
          <a:xfrm>
            <a:off x="432226" y="6595288"/>
            <a:ext cx="48773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GASTAT, “the Forecasted values represents author’s VAR forecast.”</a:t>
            </a:r>
            <a:endParaRPr lang="en-SA" sz="90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5136D17-A036-16E4-219A-F41165D600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4627806"/>
              </p:ext>
            </p:extLst>
          </p:nvPr>
        </p:nvGraphicFramePr>
        <p:xfrm>
          <a:off x="432225" y="1774846"/>
          <a:ext cx="11329416" cy="4619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AB8C406-8EF3-CB95-4916-12B1055EDF33}"/>
              </a:ext>
            </a:extLst>
          </p:cNvPr>
          <p:cNvSpPr/>
          <p:nvPr/>
        </p:nvSpPr>
        <p:spPr>
          <a:xfrm>
            <a:off x="10671811" y="1774846"/>
            <a:ext cx="777240" cy="4619027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5C74D-6C0E-867C-27E4-49F087C3C94C}"/>
              </a:ext>
            </a:extLst>
          </p:cNvPr>
          <p:cNvSpPr txBox="1"/>
          <p:nvPr/>
        </p:nvSpPr>
        <p:spPr>
          <a:xfrm>
            <a:off x="378885" y="1833778"/>
            <a:ext cx="334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A" sz="1100" b="1" dirty="0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63855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31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Inflation Forecasts, from Apr-2026 to Dec-2026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Jamaan Abdulaziz</dc:creator>
  <cp:lastModifiedBy>Jamaan Abdulaziz</cp:lastModifiedBy>
  <cp:revision>3</cp:revision>
  <dcterms:created xsi:type="dcterms:W3CDTF">2026-05-06T02:38:08Z</dcterms:created>
  <dcterms:modified xsi:type="dcterms:W3CDTF">2026-05-15T07:46:33Z</dcterms:modified>
</cp:coreProperties>
</file>